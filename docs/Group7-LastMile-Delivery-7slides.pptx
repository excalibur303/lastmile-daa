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Dijkstra</c:v>
                </c:pt>
              </c:strCache>
            </c:strRef>
          </c:tx>
          <c:spPr>
            <a:ln w="31750">
              <a:solidFill>
                <a:srgbClr val="0072B2"/>
              </a:solidFill>
            </a:ln>
          </c:spPr>
          <c:marker>
            <c:symbol val="circle"/>
            <c:size val="8"/>
            <c:spPr>
              <a:solidFill>
                <a:srgbClr val="0072B2"/>
              </a:solidFill>
              <a:ln>
                <a:solidFill>
                  <a:srgbClr val="0072B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0.05</c:v>
                </c:pt>
                <c:pt idx="1">
                  <c:v>0.15</c:v>
                </c:pt>
                <c:pt idx="2">
                  <c:v>0.30</c:v>
                </c:pt>
                <c:pt idx="3">
                  <c:v>0.50</c:v>
                </c:pt>
                <c:pt idx="4">
                  <c:v>0.70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13.8</c:v>
                </c:pt>
                <c:pt idx="2">
                  <c:v>21.2</c:v>
                </c:pt>
                <c:pt idx="3">
                  <c:v>29.2</c:v>
                </c:pt>
                <c:pt idx="4">
                  <c:v>36.2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Floyd–Warshall</c:v>
                </c:pt>
              </c:strCache>
            </c:strRef>
          </c:tx>
          <c:spPr>
            <a:ln w="31750">
              <a:solidFill>
                <a:srgbClr val="B85C00"/>
              </a:solidFill>
            </a:ln>
          </c:spPr>
          <c:marker>
            <c:symbol val="square"/>
            <c:size val="8"/>
            <c:spPr>
              <a:solidFill>
                <a:srgbClr val="B85C00"/>
              </a:solidFill>
              <a:ln>
                <a:solidFill>
                  <a:srgbClr val="B85C00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0.05</c:v>
                </c:pt>
                <c:pt idx="1">
                  <c:v>0.15</c:v>
                </c:pt>
                <c:pt idx="2">
                  <c:v>0.30</c:v>
                </c:pt>
                <c:pt idx="3">
                  <c:v>0.50</c:v>
                </c:pt>
                <c:pt idx="4">
                  <c:v>0.70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38.0</c:v>
                </c:pt>
                <c:pt idx="1">
                  <c:v>46.5</c:v>
                </c:pt>
                <c:pt idx="2">
                  <c:v>51.1</c:v>
                </c:pt>
                <c:pt idx="3">
                  <c:v>54.1</c:v>
                </c:pt>
                <c:pt idx="4">
                  <c:v>52.8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Johnson</c:v>
                </c:pt>
              </c:strCache>
            </c:strRef>
          </c:tx>
          <c:spPr>
            <a:ln w="31750">
              <a:solidFill>
                <a:srgbClr val="00725A"/>
              </a:solidFill>
            </a:ln>
          </c:spPr>
          <c:marker>
            <c:symbol val="triangle"/>
            <c:size val="8"/>
            <c:spPr>
              <a:solidFill>
                <a:srgbClr val="00725A"/>
              </a:solidFill>
              <a:ln>
                <a:solidFill>
                  <a:srgbClr val="00725A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0.05</c:v>
                </c:pt>
                <c:pt idx="1">
                  <c:v>0.15</c:v>
                </c:pt>
                <c:pt idx="2">
                  <c:v>0.30</c:v>
                </c:pt>
                <c:pt idx="3">
                  <c:v>0.50</c:v>
                </c:pt>
                <c:pt idx="4">
                  <c:v>0.70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20.7</c:v>
                </c:pt>
                <c:pt idx="1">
                  <c:v>36.8</c:v>
                </c:pt>
                <c:pt idx="2">
                  <c:v>52.3</c:v>
                </c:pt>
                <c:pt idx="3">
                  <c:v>66.8</c:v>
                </c:pt>
                <c:pt idx="4">
                  <c:v>74.7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Edge density (100 nodes)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3E8E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8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Runtime (ms)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fleet travel time (min)</c:v>
                </c:pt>
              </c:strCache>
            </c:strRef>
          </c:tx>
          <c:spPr>
            <a:solidFill>
              <a:srgbClr val="0072B2"/>
            </a:solidFill>
          </c:spPr>
          <c:dPt>
            <c:idx val="0"/>
            <c:spPr>
              <a:solidFill>
                <a:srgbClr val="0072B2"/>
              </a:solidFill>
            </c:spPr>
          </c:dPt>
          <c:dPt>
            <c:idx val="1"/>
            <c:spPr>
              <a:solidFill>
                <a:srgbClr val="00725A"/>
              </a:solidFill>
            </c:spPr>
          </c:dPt>
          <c:dPt>
            <c:idx val="2"/>
            <c:spPr>
              <a:solidFill>
                <a:srgbClr val="B85C00"/>
              </a:solidFill>
            </c:spPr>
          </c:dPt>
          <c:cat>
            <c:strRef>
              <c:f>Sheet1!$A$2:$A$4</c:f>
              <c:strCache>
                <c:ptCount val="3"/>
                <c:pt idx="0">
                  <c:v>Prim</c:v>
                </c:pt>
                <c:pt idx="1">
                  <c:v>Kruskal</c:v>
                </c:pt>
                <c:pt idx="2">
                  <c:v>Round-robin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873.4</c:v>
                </c:pt>
                <c:pt idx="1">
                  <c:v>873.4</c:v>
                </c:pt>
                <c:pt idx="2">
                  <c:v>1041.5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Zoning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3E8E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8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Travel time (min)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DP + deadlines</c:v>
                </c:pt>
              </c:strCache>
            </c:strRef>
          </c:tx>
          <c:spPr>
            <a:solidFill>
              <a:srgbClr val="0072B2"/>
            </a:solidFill>
          </c:spPr>
          <c:cat>
            <c:strRef>
              <c:f>Sheet1!$A$2:$A$6</c:f>
              <c:strCache>
                <c:ptCount val="5"/>
                <c:pt idx="0">
                  <c:v>6 orders</c:v>
                </c:pt>
                <c:pt idx="1">
                  <c:v>10 orders</c:v>
                </c:pt>
                <c:pt idx="2">
                  <c:v>16 orders</c:v>
                </c:pt>
                <c:pt idx="3">
                  <c:v>24 orders</c:v>
                </c:pt>
                <c:pt idx="4">
                  <c:v>32 orders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1.2</c:v>
                </c:pt>
                <c:pt idx="2">
                  <c:v>2.2</c:v>
                </c:pt>
                <c:pt idx="3">
                  <c:v>3.4</c:v>
                </c:pt>
                <c:pt idx="4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DP 0/1</c:v>
                </c:pt>
              </c:strCache>
            </c:strRef>
          </c:tx>
          <c:spPr>
            <a:solidFill>
              <a:srgbClr val="B85C00"/>
            </a:solidFill>
          </c:spPr>
          <c:cat>
            <c:strRef>
              <c:f>Sheet1!$A$2:$A$6</c:f>
              <c:strCache>
                <c:ptCount val="5"/>
                <c:pt idx="0">
                  <c:v>6 orders</c:v>
                </c:pt>
                <c:pt idx="1">
                  <c:v>10 orders</c:v>
                </c:pt>
                <c:pt idx="2">
                  <c:v>16 orders</c:v>
                </c:pt>
                <c:pt idx="3">
                  <c:v>24 orders</c:v>
                </c:pt>
                <c:pt idx="4">
                  <c:v>32 orders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</c:v>
                </c:pt>
                <c:pt idx="1">
                  <c:v>2.2</c:v>
                </c:pt>
                <c:pt idx="2">
                  <c:v>5.0</c:v>
                </c:pt>
                <c:pt idx="3">
                  <c:v>6.0</c:v>
                </c:pt>
                <c:pt idx="4">
                  <c:v>7.0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Greedy EDD</c:v>
                </c:pt>
              </c:strCache>
            </c:strRef>
          </c:tx>
          <c:spPr>
            <a:solidFill>
              <a:srgbClr val="00725A"/>
            </a:solidFill>
          </c:spPr>
          <c:cat>
            <c:strRef>
              <c:f>Sheet1!$A$2:$A$6</c:f>
              <c:strCache>
                <c:ptCount val="5"/>
                <c:pt idx="0">
                  <c:v>6 orders</c:v>
                </c:pt>
                <c:pt idx="1">
                  <c:v>10 orders</c:v>
                </c:pt>
                <c:pt idx="2">
                  <c:v>16 orders</c:v>
                </c:pt>
                <c:pt idx="3">
                  <c:v>24 orders</c:v>
                </c:pt>
                <c:pt idx="4">
                  <c:v>32 orders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0.6</c:v>
                </c:pt>
                <c:pt idx="1">
                  <c:v>2.8</c:v>
                </c:pt>
                <c:pt idx="2">
                  <c:v>3.0</c:v>
                </c:pt>
                <c:pt idx="3">
                  <c:v>4.2</c:v>
                </c:pt>
                <c:pt idx="4">
                  <c:v>3.8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Greedy density</c:v>
                </c:pt>
              </c:strCache>
            </c:strRef>
          </c:tx>
          <c:spPr>
            <a:solidFill>
              <a:srgbClr val="A0467F"/>
            </a:solidFill>
          </c:spPr>
          <c:cat>
            <c:strRef>
              <c:f>Sheet1!$A$2:$A$6</c:f>
              <c:strCache>
                <c:ptCount val="5"/>
                <c:pt idx="0">
                  <c:v>6 orders</c:v>
                </c:pt>
                <c:pt idx="1">
                  <c:v>10 orders</c:v>
                </c:pt>
                <c:pt idx="2">
                  <c:v>16 orders</c:v>
                </c:pt>
                <c:pt idx="3">
                  <c:v>24 orders</c:v>
                </c:pt>
                <c:pt idx="4">
                  <c:v>32 orders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0.8</c:v>
                </c:pt>
                <c:pt idx="1">
                  <c:v>2.2</c:v>
                </c:pt>
                <c:pt idx="2">
                  <c:v>2.6</c:v>
                </c:pt>
                <c:pt idx="3">
                  <c:v>3.4</c:v>
                </c:pt>
                <c:pt idx="4">
                  <c:v>3.2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Instance size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3E8E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3E8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Orders dropped by repair (mean, lower is better)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End-to-end solve</c:v>
                </c:pt>
              </c:strCache>
            </c:strRef>
          </c:tx>
          <c:spPr>
            <a:ln w="31750">
              <a:solidFill>
                <a:srgbClr val="0072B2"/>
              </a:solidFill>
            </a:ln>
          </c:spPr>
          <c:marker>
            <c:symbol val="circle"/>
            <c:size val="8"/>
            <c:spPr>
              <a:solidFill>
                <a:srgbClr val="0072B2"/>
              </a:solidFill>
              <a:ln>
                <a:solidFill>
                  <a:srgbClr val="0072B2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20</c:v>
                </c:pt>
                <c:pt idx="1">
                  <c:v>40</c:v>
                </c:pt>
                <c:pt idx="2">
                  <c:v>60</c:v>
                </c:pt>
                <c:pt idx="3">
                  <c:v>80</c:v>
                </c:pt>
                <c:pt idx="4">
                  <c:v>100</c:v>
                </c:pt>
                <c:pt idx="5">
                  <c:v>130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</c:v>
                </c:pt>
                <c:pt idx="1">
                  <c:v>15.3</c:v>
                </c:pt>
                <c:pt idx="2">
                  <c:v>29.3</c:v>
                </c:pt>
                <c:pt idx="3">
                  <c:v>55.8</c:v>
                </c:pt>
                <c:pt idx="4">
                  <c:v>95.5</c:v>
                </c:pt>
                <c:pt idx="5">
                  <c:v>190.7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Nodes in the graph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3E8E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8EF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</a:rPr>
                  <a:t>Runtime (ms)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4572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1D5FD6"/>
                </a:solidFill>
                <a:latin typeface="Calibri"/>
              </a:rPr>
              <a:t>DAA · PROJECT-BASED LEARNING  ·  CSE RHINOS · GROUP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57200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Calibri"/>
              </a:rPr>
              <a:t>Last-mile Delivery with Deadlines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448056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Calibri"/>
              </a:rPr>
              <a:t>Choosing the right algorithm at every stage of a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5B677A"/>
                </a:solidFill>
                <a:latin typeface="Calibri"/>
              </a:rPr>
              <a:t>Lakshay Sethia · 25WU0101167</a:t>
            </a:r>
          </a:p>
          <a:p>
            <a:pPr algn="l"/>
            <a:r>
              <a:rPr sz="1300" b="0">
                <a:solidFill>
                  <a:srgbClr val="5B677A"/>
                </a:solidFill>
                <a:latin typeface="Calibri"/>
              </a:rPr>
              <a:t>Sidharth Sood · 25WU0101132</a:t>
            </a:r>
          </a:p>
          <a:p>
            <a:pPr algn="l"/>
            <a:r>
              <a:rPr sz="1300" b="0">
                <a:solidFill>
                  <a:srgbClr val="5B677A"/>
                </a:solidFill>
                <a:latin typeface="Calibri"/>
              </a:rPr>
              <a:t>Ananey Sharma · 25WU0102017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417320"/>
            <a:ext cx="6510528" cy="371017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472184"/>
            <a:ext cx="6400800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4960" y="524637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200" b="0">
                <a:solidFill>
                  <a:srgbClr val="5B677A"/>
                </a:solidFill>
                <a:latin typeface="Calibri"/>
              </a:rPr>
              <a:t>The interactive dashboard: routes, algorithm choices and live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The problem and 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Maximise profit while every order meets its deadline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1D5FD6"/>
                </a:solidFill>
                <a:latin typeface="Calibri"/>
              </a:rPr>
              <a:t>Given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3236976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A road network, a depot, a fleet with capacity, and orders with pickup, drop-off, profit and deadline.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57276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47857"/>
                </a:solidFill>
                <a:latin typeface="Calibri"/>
              </a:rPr>
              <a:t>Decide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965960"/>
            <a:ext cx="3236976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Which orders to take, which vehicle carries each, and the stop order on every route.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57276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A54B06"/>
                </a:solidFill>
                <a:latin typeface="Calibri"/>
              </a:rPr>
              <a:t>Hard because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965960"/>
            <a:ext cx="3236976" cy="11430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Selection is knapsack-like and sequencing is a pickup-and-delivery TSP: both NP-hard.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Calibri"/>
              </a:rPr>
              <a:t>Our answer: split it into stages and use the right algorithm for each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2057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5486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D5FD6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6344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Shortest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74920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Dijkstra · Floyd · Johnson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572000"/>
            <a:ext cx="274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5B677A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4023360"/>
            <a:ext cx="2057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4114800"/>
            <a:ext cx="5486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D5FD6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66344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MST zoning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074920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Prim · Kruskal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72000"/>
            <a:ext cx="274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5B677A"/>
                </a:solidFill>
                <a:latin typeface="Calibr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4023360"/>
            <a:ext cx="2057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4114800"/>
            <a:ext cx="5486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D5FD6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466344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Order selection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5074920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DP · greedy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572000"/>
            <a:ext cx="274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5B677A"/>
                </a:solidFill>
                <a:latin typeface="Calibri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9480" y="4023360"/>
            <a:ext cx="2057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4114800"/>
            <a:ext cx="5486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D5FD6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466344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Route order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074920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Held-Karp · 2-opt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572000"/>
            <a:ext cx="274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5B677A"/>
                </a:solidFill>
                <a:latin typeface="Calibri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4023360"/>
            <a:ext cx="205740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4114800"/>
            <a:ext cx="5486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1D5FD6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466344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Simulate &amp; repair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5074920"/>
            <a:ext cx="1828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drop until feasible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Algorithms we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One table, every stage; the dashboard lets you swap them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3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749039"/>
                <a:gridCol w="3017520"/>
                <a:gridCol w="2560320"/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91440" anchor="ctr">
                    <a:solidFill>
                      <a:srgbClr val="1D5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Algorithms</a:t>
                      </a:r>
                    </a:p>
                  </a:txBody>
                  <a:tcPr marL="91440" anchor="ctr">
                    <a:solidFill>
                      <a:srgbClr val="1D5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Complexity</a:t>
                      </a:r>
                    </a:p>
                  </a:txBody>
                  <a:tcPr marL="91440" anchor="ctr">
                    <a:solidFill>
                      <a:srgbClr val="1D5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this one</a:t>
                      </a:r>
                    </a:p>
                  </a:txBody>
                  <a:tcPr marL="91440" anchor="ctr">
                    <a:solidFill>
                      <a:srgbClr val="1D5FD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5FD6"/>
                          </a:solidFill>
                          <a:latin typeface="Calibri"/>
                        </a:rPr>
                        <a:t>Shortest paths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Dijkstra · Floyd–Warshall · Johnson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O((V+E)log V) · O(V³) · O(VE+V²log V)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Best choice depends on graph density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5FD6"/>
                          </a:solidFill>
                          <a:latin typeface="Calibri"/>
                        </a:rPr>
                        <a:t>Cost screen</a:t>
                      </a:r>
                    </a:p>
                  </a:txBody>
                  <a:tcPr marL="91440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Bellman-Ford</a:t>
                      </a:r>
                    </a:p>
                  </a:txBody>
                  <a:tcPr marL="91440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O(VE)</a:t>
                      </a:r>
                    </a:p>
                  </a:txBody>
                  <a:tcPr marL="91440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Detects negative cycles from subsidised roads</a:t>
                      </a:r>
                    </a:p>
                  </a:txBody>
                  <a:tcPr marL="91440" anchor="ctr">
                    <a:solidFill>
                      <a:srgbClr val="F3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5FD6"/>
                          </a:solidFill>
                          <a:latin typeface="Calibri"/>
                        </a:rPr>
                        <a:t>Zoning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Prim · Kruskal (MST, cut k−1 edges)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O(E log V)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One compact zone per vehicle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5FD6"/>
                          </a:solidFill>
                          <a:latin typeface="Calibri"/>
                        </a:rPr>
                        <a:t>Selection</a:t>
                      </a:r>
                    </a:p>
                  </a:txBody>
                  <a:tcPr marL="91440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DP with deadlines · DP 0/1 · Greedy EDD · Greedy density · LP bound</a:t>
                      </a:r>
                    </a:p>
                  </a:txBody>
                  <a:tcPr marL="91440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knapsack DP over capacity × time</a:t>
                      </a:r>
                    </a:p>
                  </a:txBody>
                  <a:tcPr marL="91440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Deadline-aware DP respects deadlines up front</a:t>
                      </a:r>
                    </a:p>
                  </a:txBody>
                  <a:tcPr marL="91440" anchor="ctr">
                    <a:solidFill>
                      <a:srgbClr val="F3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5FD6"/>
                          </a:solidFill>
                          <a:latin typeface="Calibri"/>
                        </a:rPr>
                        <a:t>Sequencing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Held–Karp (≤12 stops) · insertion + 2-opt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O(2ⁿ·n²) · O(n²) per pass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Exact when small, fast heuristic when large</a:t>
                      </a:r>
                    </a:p>
                  </a:txBody>
                  <a:tcPr marL="9144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D5FD6"/>
                          </a:solidFill>
                          <a:latin typeface="Calibri"/>
                        </a:rPr>
                        <a:t>Repair</a:t>
                      </a:r>
                    </a:p>
                  </a:txBody>
                  <a:tcPr marL="91440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Drop worst order and re-solve</a:t>
                      </a:r>
                    </a:p>
                  </a:txBody>
                  <a:tcPr marL="91440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bounded loop</a:t>
                      </a:r>
                    </a:p>
                  </a:txBody>
                  <a:tcPr marL="91440" anchor="ctr"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F172A"/>
                          </a:solidFill>
                          <a:latin typeface="Calibri"/>
                        </a:rPr>
                        <a:t>Guarantees a feasible final plan</a:t>
                      </a:r>
                    </a:p>
                  </a:txBody>
                  <a:tcPr marL="91440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Comparison: shortest paths and zoning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Measured on our benchmark runs (lower is better)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371600"/>
          <a:ext cx="59436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75120" y="1371600"/>
          <a:ext cx="493776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5943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Dijkstra from stops is fastest. Johnson beats Floyd on sparse graphs and loses on dense ones, crossing near density 0.3.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5669280"/>
            <a:ext cx="49377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MST zoning cuts fleet travel time by 16%. Prim and Kruskal give the same tree weight.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Comparison: order selection and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Measured on our benchmark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371600"/>
          <a:ext cx="63093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040880" y="1371600"/>
          <a:ext cx="457200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63093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Ignoring deadlines (DP 0/1) needs 4.2 repair drops on average against 2.3 for deadline-aware DP.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5669280"/>
            <a:ext cx="45720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Solve time grows from 5 ms (20 nodes) to 191 ms (130 nodes), dominated by the metric closure.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A runnable solver and an interactive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1D5FD6"/>
                </a:solidFill>
                <a:latin typeface="Calibri"/>
              </a:rPr>
              <a:t>Solver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65960"/>
            <a:ext cx="3236976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Python + FastAPI. Pure-Python algorithms return the plan, metrics and a typed trace of every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57276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47857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965960"/>
            <a:ext cx="3236976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React + Vite + Tailwind. Replays the trace so you can watch each algorithm work, in dark or light theme.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57276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A54B06"/>
                </a:solidFill>
                <a:latin typeface="Calibri"/>
              </a:rPr>
              <a:t>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965960"/>
            <a:ext cx="3236976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388 backend tests, 39 frontend tests, strict TypeScript build. Deployed on Vercel.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D5FD6"/>
                </a:solidFill>
                <a:latin typeface="Calibri"/>
              </a:rPr>
              <a:t>•  </a:t>
            </a:r>
            <a:r>
              <a:rPr b="1" sz="1500">
                <a:solidFill>
                  <a:srgbClr val="0F172A"/>
                </a:solidFill>
                <a:latin typeface="Calibri"/>
              </a:rPr>
              <a:t>Choose one algorithm per stage, set the instance, press Run:  </a:t>
            </a:r>
            <a:r>
              <a:rPr sz="1500">
                <a:solidFill>
                  <a:srgbClr val="475569"/>
                </a:solidFill>
                <a:latin typeface="Calibri"/>
              </a:rPr>
              <a:t>compare strategies side by side.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5FD6"/>
                </a:solidFill>
                <a:latin typeface="Calibri"/>
              </a:rPr>
              <a:t>•  </a:t>
            </a:r>
            <a:r>
              <a:rPr b="1" sz="1500">
                <a:solidFill>
                  <a:srgbClr val="0F172A"/>
                </a:solidFill>
                <a:latin typeface="Calibri"/>
              </a:rPr>
              <a:t>Play, pause and scrub the trace:  </a:t>
            </a:r>
            <a:r>
              <a:rPr sz="1500">
                <a:solidFill>
                  <a:srgbClr val="475569"/>
                </a:solidFill>
                <a:latin typeface="Calibri"/>
              </a:rPr>
              <a:t>see the search frontier, MST links and routes appear in turn.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D5FD6"/>
                </a:solidFill>
                <a:latin typeface="Calibri"/>
              </a:rPr>
              <a:t>•  </a:t>
            </a:r>
            <a:r>
              <a:rPr b="1" sz="1500">
                <a:solidFill>
                  <a:srgbClr val="0F172A"/>
                </a:solidFill>
                <a:latin typeface="Calibri"/>
              </a:rPr>
              <a:t>Read the result:  </a:t>
            </a:r>
            <a:r>
              <a:rPr sz="1500">
                <a:solidFill>
                  <a:srgbClr val="475569"/>
                </a:solidFill>
                <a:latin typeface="Calibri"/>
              </a:rPr>
              <a:t>net profit, orders served, on-time %, per-vehicle routes, five live benchmark charts.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5B677A"/>
                </a:solidFill>
                <a:latin typeface="Calibri"/>
              </a:rPr>
              <a:t>Live demo: frontend-rust-phi-66.vercel.app   ·   Code: github.com/EXCALIBUR303/lastmile-daa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CSE Rhinos · Group 7 · Last-mile Delivery with Deadlines · DAA PBL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047857"/>
                </a:solidFill>
                <a:latin typeface="Calibri"/>
              </a:rPr>
              <a:t>What we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65960"/>
            <a:ext cx="3236976" cy="1874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No single algorithm wins everywhere. Density picks the shortest-path method, and deadline-aware selection beats deadline-blind selection.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57276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A54B06"/>
                </a:solidFill>
                <a:latin typeface="Calibri"/>
              </a:rPr>
              <a:t>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965960"/>
            <a:ext cx="3236976" cy="1874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A heuristic pipeline, not a proven optimum. The LP bound is loose (mean gap about 43–53%) and benchmarks use synthetic graphs with a few seeds.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572768"/>
            <a:ext cx="32369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1D5FD6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965960"/>
            <a:ext cx="3236976" cy="1874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Tighter bounds, real road data with time-dependent travel, and metaheuristics for larger zones.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11064240" cy="155448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 w="9525">
            <a:solidFill>
              <a:srgbClr val="EAF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Calibri"/>
              </a:rPr>
              <a:t>Thank you. Questions?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Lakshay Sethia · Sidharth Sood · Ananey Sharma  ·  CSE Rhinos, Group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